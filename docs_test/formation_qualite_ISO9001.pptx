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FORMATION QUALITE ISO 9001:2015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Sensibilisation du personnel — Module QMS-F001</a:t>
            </a:r>
          </a:p>
          <a:p>
            <a:r>
              <a:t>Duree : 4 heures | Niveau : Tout le personnel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OBJECTIFS DE LA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l'issue de cette formation, le participant sera capable de :</a:t>
            </a:r>
          </a:p>
          <a:p>
            <a:pPr>
              <a:defRPr sz="1600"/>
            </a:pPr>
            <a:r>
              <a:t>  • Expliquer les principes de la norme ISO 9001:2015</a:t>
            </a:r>
          </a:p>
          <a:p>
            <a:pPr>
              <a:defRPr sz="1600"/>
            </a:pPr>
            <a:r>
              <a:t>  • Identifier sa contribution aux processus qualite</a:t>
            </a:r>
          </a:p>
          <a:p>
            <a:pPr>
              <a:defRPr sz="1600"/>
            </a:pPr>
            <a:r>
              <a:t>  • Signaler et documenter une non-conformite</a:t>
            </a:r>
          </a:p>
          <a:p>
            <a:pPr>
              <a:defRPr sz="1600"/>
            </a:pPr>
            <a:r>
              <a:t>  • Comprendre les consequences d'un ecart qualite</a:t>
            </a:r>
          </a:p>
          <a:p>
            <a:pPr>
              <a:defRPr sz="1600"/>
            </a:pPr>
            <a:r>
              <a:t>  • Appliquer la demarche PDCA dans son activite quotidienne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LES 7 PRINCIPES DU MANAGEMENT QUALITE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Orientation client — Satisfaire et depasser les attentes</a:t>
            </a:r>
          </a:p>
          <a:p>
            <a:pPr>
              <a:defRPr sz="1600"/>
            </a:pPr>
            <a:r>
              <a:t>2. Leadership — La direction cree les conditions de reussite</a:t>
            </a:r>
          </a:p>
          <a:p>
            <a:pPr>
              <a:defRPr sz="1600"/>
            </a:pPr>
            <a:r>
              <a:t>3. Implication du personnel — Le capital humain est cle</a:t>
            </a:r>
          </a:p>
          <a:p>
            <a:pPr>
              <a:defRPr sz="1600"/>
            </a:pPr>
            <a:r>
              <a:t>4. Approche processus — Penser flux et interactions</a:t>
            </a:r>
          </a:p>
          <a:p>
            <a:pPr>
              <a:defRPr sz="1600"/>
            </a:pPr>
            <a:r>
              <a:t>5. Amelioration — PDCA permanent (Plan-Do-Check-Act)</a:t>
            </a:r>
          </a:p>
          <a:p>
            <a:pPr>
              <a:defRPr sz="1600"/>
            </a:pPr>
            <a:r>
              <a:t>6. Prise de decision fondee sur preuves — Donnees, indicateurs, faits</a:t>
            </a:r>
          </a:p>
          <a:p>
            <a:pPr>
              <a:defRPr sz="1600"/>
            </a:pPr>
            <a:r>
              <a:t>7. Management des relations — Partenaires et fournisseurs inclus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IDENTIFICATION ET GESTION DES NON-CONFORMITES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Definition : Tout ecart par rapport aux exigences specifiees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Processus de traitement (delai max 30 jours) :</a:t>
            </a:r>
          </a:p>
          <a:p>
            <a:pPr>
              <a:defRPr sz="1600"/>
            </a:pPr>
            <a:r>
              <a:t>  1. Detection et signalement immediat (&lt; 24h)</a:t>
            </a:r>
          </a:p>
          <a:p>
            <a:pPr>
              <a:defRPr sz="1600"/>
            </a:pPr>
            <a:r>
              <a:t>  2. Enregistrement dans le systeme NC (FQE-001)</a:t>
            </a:r>
          </a:p>
          <a:p>
            <a:pPr>
              <a:defRPr sz="1600"/>
            </a:pPr>
            <a:r>
              <a:t>  3. Isolation/quarantaine du produit non-conforme</a:t>
            </a:r>
          </a:p>
          <a:p>
            <a:pPr>
              <a:defRPr sz="1600"/>
            </a:pPr>
            <a:r>
              <a:t>  4. Analyse des causes (5 Pourquoi / Ishikawa)</a:t>
            </a:r>
          </a:p>
          <a:p>
            <a:pPr>
              <a:defRPr sz="1600"/>
            </a:pPr>
            <a:r>
              <a:t>  5. Action corrective (CAPA) — FQE-002</a:t>
            </a:r>
          </a:p>
          <a:p>
            <a:pPr>
              <a:defRPr sz="1600"/>
            </a:pPr>
            <a:r>
              <a:t>  6. Verification d'efficacite et cloture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LA ROUE DE DEMING — PDCA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PLAN (Planifier) — Definir objectifs et methodes</a:t>
            </a:r>
          </a:p>
          <a:p>
            <a:pPr>
              <a:defRPr sz="1600"/>
            </a:pPr>
            <a:r>
              <a:t>  Ex : Reduire le taux de NC de 2% a 1.5% en 6 mois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DO (Realiser) — Mettre en oeuvre le plan d'action</a:t>
            </a:r>
          </a:p>
          <a:p>
            <a:pPr>
              <a:defRPr sz="1600"/>
            </a:pPr>
            <a:r>
              <a:t>  Ex : Former les operateurs, modifier la gamme de controle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CHECK (Verifier) — Mesurer les resultats</a:t>
            </a:r>
          </a:p>
          <a:p>
            <a:pPr>
              <a:defRPr sz="1600"/>
            </a:pPr>
            <a:r>
              <a:t>  Ex : Analyser le taux NC mensuel, comparer a l'objectif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ACT (Agir) — Standardiser si OK, corriger si NON</a:t>
            </a:r>
          </a:p>
          <a:p>
            <a:pPr>
              <a:defRPr sz="1600"/>
            </a:pPr>
            <a:r>
              <a:t>  Ex : Mettre a jour la procedure, partager les bonnes pratiques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KPI QUALITE — INDICATEURS 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Taux de non-conformite produit : objectif &lt; 2% / mois</a:t>
            </a:r>
          </a:p>
          <a:p>
            <a:pPr>
              <a:defRPr sz="1600"/>
            </a:pPr>
            <a:r>
              <a:t>Satisfaction client (CSAT) : objectif &gt;= 85/100</a:t>
            </a:r>
          </a:p>
          <a:p>
            <a:pPr>
              <a:defRPr sz="1600"/>
            </a:pPr>
            <a:r>
              <a:t>Delai traitement reclamations : objectif &lt;= 5 jours ouvrables</a:t>
            </a:r>
          </a:p>
          <a:p>
            <a:pPr>
              <a:defRPr sz="1600"/>
            </a:pPr>
            <a:r>
              <a:t>Taux realisation plan d'audit : objectif &gt;= 90%</a:t>
            </a:r>
          </a:p>
          <a:p>
            <a:pPr>
              <a:defRPr sz="1600"/>
            </a:pPr>
            <a:r>
              <a:t>Efficacite des CAPA (taux de recloture) : objectif &gt;= 80%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Suivi mensuel en reunion de pilotage qualite.</a:t>
            </a:r>
          </a:p>
          <a:p>
            <a:pPr>
              <a:defRPr sz="1600"/>
            </a:pPr>
            <a:r>
              <a:t>Revue annuelle en Revue de Direction (obligatoire ISO 9001).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/>
            </a:pPr>
            <a:r>
              <a:t>EVALUATION ET 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QCM de 20 questions — Seuil de validation : 14/20 (70%)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Themes evalues :</a:t>
            </a:r>
          </a:p>
          <a:p>
            <a:pPr>
              <a:defRPr sz="1600"/>
            </a:pPr>
            <a:r>
              <a:t>  • Principes ISO 9001 (5 questions)</a:t>
            </a:r>
          </a:p>
          <a:p>
            <a:pPr>
              <a:defRPr sz="1600"/>
            </a:pPr>
            <a:r>
              <a:t>  • Gestion des non-conformites (5 questions)</a:t>
            </a:r>
          </a:p>
          <a:p>
            <a:pPr>
              <a:defRPr sz="1600"/>
            </a:pPr>
            <a:r>
              <a:t>  • PDCA et amelioration continue (5 questions)</a:t>
            </a:r>
          </a:p>
          <a:p>
            <a:pPr>
              <a:defRPr sz="1600"/>
            </a:pPr>
            <a:r>
              <a:t>  • KPI et indicateurs (3 questions)</a:t>
            </a:r>
          </a:p>
          <a:p>
            <a:pPr>
              <a:defRPr sz="1600"/>
            </a:pPr>
            <a:r>
              <a:t>  • Cas pratiques (2 questions)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Attestation de formation delivree si score &gt;= 70%</a:t>
            </a:r>
          </a:p>
          <a:p>
            <a:pPr>
              <a:defRPr sz="1600"/>
            </a:pPr>
            <a:r>
              <a:t>Recyclage obligatoire tous les 2 ans (FQE-005)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